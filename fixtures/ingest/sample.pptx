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>
  <p:sldIdLst>
    <p:sldId id="256" r:id="rId2"/>
    <p:sldId id="257" r:id="rId1"/>
  </p:sldIdLst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" Target="slides/slide2.xml"/><Relationship Id="rId2" Type="http://schemas.openxmlformats.org/officeDocument/2006/relationships/slide" Target="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sp>
        <p:nvSpPr>
          <p:cNvPr id="2" name="n"/>
          <p:cNvSpPr/>
          <p:nvPr>
            <p:ph type="sldNum"/>
          </p:nvPr>
        </p:nvSpPr>
        <p:txBody>
          <a:p>
            <a:r>
              <a:t>7</a:t>
            </a:r>
          </a:p>
        </p:txBody>
      </p:sp>
      <p:sp>
        <p:nvSpPr>
          <p:cNvPr id="3" name="Notes"/>
          <p:cNvSpPr/>
          <p:nvPr>
            <p:ph type="body" idx="1"/>
          </p:nvPr>
        </p:nvSpPr>
        <p:txBody>
          <a:p>
            <a:r>
              <a:t>Заметки докладчика: не забыть показать демо.</a:t>
            </a:r>
          </a:p>
        </p:txBody>
      </p:sp>
    </p:spTree>
  </p:cSld>
</p:notes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sp>
        <p:nvSpPr>
          <p:cNvPr id="2" name="Title"/>
          <p:cNvSpPr/>
          <p:nvPr>
            <p:ph type="title"/>
          </p:nvPr>
        </p:nvSpPr>
        <p:txBody>
          <a:p>
            <a:r>
              <a:t>Стратегия запуска</a:t>
            </a:r>
          </a:p>
        </p:txBody>
      </p:sp>
      <p:sp>
        <p:nvSpPr>
          <p:cNvPr id="3" name="Body"/>
          <p:cNvSpPr/>
          <p:nvPr>
            <p:ph idx="1"/>
          </p:nvPr>
        </p:nvSpPr>
        <p:txBody>
          <a:p>
            <a:r>
              <a:t>Цель: выйти на рынок в первом квартале</a:t>
            </a:r>
          </a:p>
          <a:p>
            <a:r>
              <a:t>Key metric: weekly active users</a:t>
            </a:r>
          </a:p>
        </p:txBody>
      </p:sp>
    </p:spTree>
  </p:cSld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sp>
        <p:nvSpPr>
          <p:cNvPr id="2" name="Title"/>
          <p:cNvSpPr/>
          <p:nvPr>
            <p:ph type="title"/>
          </p:nvPr>
        </p:nvSpPr>
        <p:txBody>
          <a:p>
            <a:r>
              <a:t>Roadmap</a:t>
            </a:r>
          </a:p>
        </p:txBody>
      </p:sp>
      <p:sp>
        <p:nvSpPr>
          <p:cNvPr id="3" name="Body"/>
          <p:cNvSpPr/>
          <p:nvPr>
            <p:ph idx="1"/>
          </p:nvPr>
        </p:nvSpPr>
        <p:txBody>
          <a:p>
            <a:r>
              <a:t>Phase one: beta</a:t>
            </a:r>
          </a:p>
          <a:p>
            <a:r>
              <a:t>Фаза два: релиз, кодовое слово квазар-pptx</a:t>
            </a:r>
          </a:p>
        </p:txBody>
      </p:sp>
      <p:graphicFrame>
        <a:graphic>
          <a:graphicData>
            <a:tbl>
              <a:tr>
                <a:tc>
                  <a:txBody>
                    <a:p>
                      <a:r>
                        <a:t>Этап</a:t>
                      </a:r>
                    </a:p>
                  </a:txBody>
                </a:tc>
                <a:tc>
                  <a:txBody>
                    <a:p>
                      <a:r>
                        <a:t>Дата</a:t>
                      </a:r>
                    </a:p>
                  </a:txBody>
                </a:tc>
              </a:tr>
              <a:tr>
                <a:tc>
                  <a:txBody>
                    <a:p>
                      <a:r>
                        <a:t>Beta</a:t>
                      </a:r>
                    </a:p>
                  </a:txBody>
                </a:tc>
                <a:tc>
                  <a:txBody>
                    <a:p>
                      <a:r>
                        <a:t>2026-12-01</a:t>
                      </a:r>
                    </a:p>
                  </a:txBody>
                </a:tc>
              </a:tr>
            </a:tbl>
          </a:graphicData>
        </a:graphic>
      </p:graphicFrame>
    </p:spTree>
  </p:cSld>
</p:sld>
</file>