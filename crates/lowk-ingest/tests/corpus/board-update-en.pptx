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audit committee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Counsel is available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Board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twelve percent year over year</a:t>
            </a:r>
          </a:p>
          <a:p>
            <a:r>
              <a:t>Two regulatory filings completed on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Litigation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open matters, none material</a:t>
            </a:r>
          </a:p>
          <a:p>
            <a:r>
              <a:t>Settlement reserve unchanged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