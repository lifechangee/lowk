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Напомнить про горячую линию доверия.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Привести пример из практики отдела кадров.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Ответить на вопросы аудитории.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Обучение по противодействию коррупции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Подарки дороже трёх тысяч рублей запрещены</a:t>
            </a:r>
          </a:p>
          <a:p>
            <a:r>
              <a:t>О конфликте интересов сообщайте в комплаенс-службу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Персональные данные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Согласие субъекта оформляется письменно</a:t>
            </a:r>
          </a:p>
          <a:p>
            <a:r>
              <a:t>Срок хранения определяется целями обработки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Ответственность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Дисциплинарная и уголовная ответственность</a:t>
            </a:r>
          </a:p>
          <a:p>
            <a:r>
              <a:t>Порядок проведения служебного расследования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